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5240000" cy="15240000"/>
  <p:notesSz cx="15240000" cy="1524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00" cy="7620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1045" y="0"/>
            <a:ext cx="7638955" cy="7620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01139"/>
            <a:ext cx="7620000" cy="763886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1045" y="7601139"/>
            <a:ext cx="7638955" cy="76388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2026-07-05T18:20:00Z</dcterms:created>
  <dcterms:modified xsi:type="dcterms:W3CDTF">2026-07-05T18:20:00Z</dcterms:modified>
</cp:coreProperties>
</file>